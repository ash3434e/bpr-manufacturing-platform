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Steel Rods</c:v>
                  </c:pt>
                  <c:pt idx="1">
                    <c:v>Copper Wire</c:v>
                  </c:pt>
                  <c:pt idx="2">
                    <c:v>Bearings</c:v>
                  </c:pt>
                  <c:pt idx="3">
                    <c:v>Rubber Seals</c:v>
                  </c:pt>
                  <c:pt idx="4">
                    <c:v>Motor Units</c:v>
                  </c:pt>
                  <c:pt idx="5">
                    <c:v>PCB Boards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45</c:v>
                </c:pt>
                <c:pt idx="2">
                  <c:v>78</c:v>
                </c:pt>
                <c:pt idx="3">
                  <c:v>31</c:v>
                </c:pt>
                <c:pt idx="4">
                  <c:v>89</c:v>
                </c:pt>
                <c:pt idx="5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40480" y="1097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Buffer Penetration Ratio Software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840480" y="1783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Complex Demand &amp; Supply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Manufacturing Industry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0480" y="274320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29260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Kulkarni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22311611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Raju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22311614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Parin Vanjari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22420327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Sponsor: </a:t>
            </a:r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Procure (Versorg Manufacturing Solutions Pvt. Ltd.)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Dipti Pandit  |  VIIT, Pune  |  E&amp;TC Department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manufacturing supply chains need smarter buffer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4173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Stockout Risks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shortages halt production lines, causing massive revenue losses and delivery delays.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840480" cy="14173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 Inventory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ties up capital and warehouse space without contributing to production output.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840480" cy="14173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Visibility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via spreadsheets creates blind spots in buffer consumption across the supply chain.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63240"/>
            <a:ext cx="3840480" cy="14173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Decision Making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respond to crises after they occur rather than preventing them with data-driven alerts.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BPR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Penetration Ratio — the core metric driving our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28016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BPR = (Current Consumption / Total Buffer) ×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classify urgency into actionable color-coded alerts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9601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73152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ZONE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buffer is healthy, no action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3840480" cy="9601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51460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 ZONE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34–66%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— monitor closely, plan replenishment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384048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657600"/>
            <a:ext cx="73152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ZONE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67–100%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immediate action, risk of stockout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DDMRP (Demand-Driven MRP) and Theory of Constraints (TOC) — industry-standard buffer management frameworks.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locally-hosted, offline-ready desktop application for factory floors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4630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 on USB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560320" cy="14630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54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Required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560320" cy="14630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BPR Platform completely digitizes supply chain health, production scheduling, and inventory management. It uses the Buffer Penetration Ratio metric to provide real-time Green/Yellow/Red alerts — stopping stockouts before they happen.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4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BPR Tracking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97764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576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Auto-Scheduling Engine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97764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922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Center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8056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2296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Management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48056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5760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Hub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48056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49224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layers communicate inside the Electron desktop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89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  |  Responsive UI  |  Role-Based Dashboards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10058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624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 |  BPR Engine  |  Scheduling Algorithms  |  Decision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8587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ACCESS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(sql.js / WebAssembly)  |  Auto-Healing DB  |  AppData Extraction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Wrapped in Electron.js → Standalone .exe Desktop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5544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React.js + Vite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Lightning-fast, SPA-based UI with hot module replacement. Zero page reloads for seamless factory-floor use.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5544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Express.js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scheduling logic, BPR computations, emergency procurement flows, and secure API routing.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840480" cy="15544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(sql.js / WASM)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local database bundled as a single file. No SQL server setup — works instantly on any machine.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40480" cy="15544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Electron.js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stack wrapped into a native desktop app. Single portable .exe file, zero installation dependencies.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BPR 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buffer health monitoring with actionable color-coded alerts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Classification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874520"/>
            <a:ext cx="292608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8" name="Shape 5"/>
          <p:cNvSpPr/>
          <p:nvPr/>
        </p:nvSpPr>
        <p:spPr>
          <a:xfrm>
            <a:off x="5852160" y="1874520"/>
            <a:ext cx="54864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(0-33%)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buffer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292608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Shape 9"/>
          <p:cNvSpPr/>
          <p:nvPr/>
        </p:nvSpPr>
        <p:spPr>
          <a:xfrm>
            <a:off x="5852160" y="24688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 (34-66%)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063240"/>
            <a:ext cx="292608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Shape 13"/>
          <p:cNvSpPr/>
          <p:nvPr/>
        </p:nvSpPr>
        <p:spPr>
          <a:xfrm>
            <a:off x="5852160" y="3063240"/>
            <a:ext cx="54864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(67-100%)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Features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52160" y="4023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 heat maps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Auto-Scheduling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production line task assignment based on machine capacity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machine capacity, and product requirements fed into the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evaluates machine availability, shift patterns, and buffer 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automatically assigned to production lines with estimated completion dates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schedule adherence with dynamic re-scheduling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 Considerations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capacity utilization and availability windows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assignment (Day/Night) with operator constraints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completion date estimation based on workload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 and load balancing across production lines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Action Center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 engine for Red Zone stockout situations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28600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ALERT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BPR crosses 67% threshold. System auto-detects stockout risk.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0896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74720" y="1371600"/>
            <a:ext cx="2286000" cy="22860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suppliers ranked by risk score and lead time. Supplier Risk Score = (Delayed / Total Deliveries) × 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26480" y="1371600"/>
            <a:ext cx="2560320" cy="228600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093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Purchase Requisition generated instantly with selected supplier details.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just show problems — it recommends actions and enables one-click execution.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Highlights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challenges we solved during development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371600"/>
            <a:ext cx="12801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Standalone Portable Executable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platform is packaged as a single .exe file. Drop it onto a USB drive and run it on any Windows computer on the factory floor — zero installation, zero IT setup.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1460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2606040"/>
            <a:ext cx="12801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 Auto-Healing 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launch, the app extracts a default factory database from its read-only archive into the user's AppData folder. This grants permanent read/write access while ensuring factory data is never lost — even across updates.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1051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4904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3840480"/>
            <a:ext cx="12801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Network Conflicts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Node.js server dynamically binds to local network addresses (0.0.0.0), allowing the app to run perfectly alongside other web tools on the same machine — total process isolation.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&amp; Factory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tables with full CRUD + Excel export capability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Table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Fields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product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Category, Buffer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Lead Time,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levels per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ID, On-Hand, Reorder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&amp; production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ID, Status, Supplier, 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line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ID, Capacity,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task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ID, Machine, Shift,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BPR calculations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ID, BPR %, Zone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0740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297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Hub: All factory data can be exported to CSV format for immediate use in Microsoft Excel — inventory, orders, schedules, and supplier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integration for real-time machine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demand forecasting (ARIMA, LSTM)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&amp; multi-warehouse support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(SAP, Oracle, Odoo)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&amp; what-if simulation engine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push notifications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deployment for multi-tenant use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0" y="365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Kulkarni  (22311611)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Raju  (22311614)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Parin Vanjari  (22420327)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Dipti Pandit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E&amp;TC Department, VIIT Pune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Sponsor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Procure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 Manufacturing Solutions Pvt. Ltd.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BPR Manufacturing Platform</dc:title>
  <dc:subject>PptxGenJS Presentation</dc:subject>
  <dc:creator>Arnav Kulkarni, Rohan Raju, Parin Vanjari</dc:creator>
  <cp:lastModifiedBy>Arnav Kulkarni, Rohan Raju, Parin Vanjari</cp:lastModifiedBy>
  <cp:revision>1</cp:revision>
  <dcterms:created xsi:type="dcterms:W3CDTF">2026-05-07T02:53:46Z</dcterms:created>
  <dcterms:modified xsi:type="dcterms:W3CDTF">2026-05-07T02:53:46Z</dcterms:modified>
</cp:coreProperties>
</file>